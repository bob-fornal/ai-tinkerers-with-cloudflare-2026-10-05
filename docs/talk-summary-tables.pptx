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342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68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Through Today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SUMMARY.md — said before the get-started-guide walkthrough, Phase 0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45720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catalog moves faster than the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Cloudflare's own getting-started guide once referenced a deprecated model — the live catalog page, not any guide, is the real source of truth.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first working summarizer — and a bug that quietly cuts output 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works, right up until you actually read the response.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 hard-coded model ID is a landmine, and the fallback that fixes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Watched breaking live, on purpose.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“which model is best” from a guess into a repeatable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reference input, a hand-written reference summary, any candidate model measured against both.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humanizer that catches AI-sounding text — and fixes only what's 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attempt (summarize it away) didn't work; the second one (a deterministic check plus a targeted small-model fix) did.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Cloudflare's usage page doesn't tell you, and the API that fills the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Staying inside a 10,000-neuron/day free tier means actually seeing where the neurons go.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vs. TS vs. Python — the same AI call, compared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those three isn't like the other two, and it's not the one you'd guess from syntax alone.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generation's rough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parameters across models, a real false positive, and one moment I'm deliberately not telling you the outcome of in advance.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68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Takeaways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TAKEAWAYS.md — the lessons this talk actually earned, in the order they came up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4572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catalog moves — verify it, don't remember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1a/1b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 has a silent default, and it's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Hard-coded model IDs are a landmine — config plus fallback fixes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 should be a repeatable check, not a hunch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deterministic gate + targeted small-model fix beats a full rewrite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gives some usage visibility — not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choice matters less than the execution model behind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6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generation has no shared code path across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Summary Tables</dc:title>
  <dc:subject>PptxGenJS Presentation</dc:subject>
  <dc:creator>AI Tinkerers with Cloudflare</dc:creator>
  <cp:lastModifiedBy>Bob Fornal</cp:lastModifiedBy>
  <cp:revision>2</cp:revision>
  <dcterms:created xsi:type="dcterms:W3CDTF">2026-09-22T15:00:19Z</dcterms:created>
  <dcterms:modified xsi:type="dcterms:W3CDTF">2026-09-22T15:03:50Z</dcterms:modified>
</cp:coreProperties>
</file>